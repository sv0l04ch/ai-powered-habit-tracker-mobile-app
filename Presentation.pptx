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64" r:id="rId3"/>
    <p:sldId id="265" r:id="rId4"/>
    <p:sldId id="256" r:id="rId5"/>
    <p:sldId id="257" r:id="rId6"/>
    <p:sldId id="262" r:id="rId7"/>
    <p:sldId id="266" r:id="rId8"/>
    <p:sldId id="270" r:id="rId9"/>
    <p:sldId id="267" r:id="rId10"/>
    <p:sldId id="268" r:id="rId11"/>
    <p:sldId id="269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51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7339" y="-4063"/>
            <a:ext cx="7352665" cy="1211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64F70-6AF7-755A-9DFD-95658214B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026021"/>
            <a:ext cx="10363200" cy="553998"/>
          </a:xfrm>
        </p:spPr>
        <p:txBody>
          <a:bodyPr/>
          <a:lstStyle/>
          <a:p>
            <a:pPr algn="ctr"/>
            <a:r>
              <a:rPr lang="en-US" dirty="0"/>
              <a:t>AI-Powered Habit Tracker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6CCD0B-1D14-0283-8994-6AAAF2B95A3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2411734"/>
            <a:ext cx="8534400" cy="20806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b="1" dirty="0"/>
              <a:t>Команда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Teamlead</a:t>
            </a:r>
            <a:r>
              <a:rPr lang="en-US" dirty="0"/>
              <a:t>: </a:t>
            </a:r>
            <a:r>
              <a:rPr lang="ru-RU" dirty="0"/>
              <a:t>Своровской Кирилл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Backend: </a:t>
            </a:r>
            <a:r>
              <a:rPr lang="ru-RU" dirty="0" err="1"/>
              <a:t>Бурнаев</a:t>
            </a:r>
            <a:r>
              <a:rPr lang="ru-RU" dirty="0"/>
              <a:t> Иларион</a:t>
            </a:r>
            <a:r>
              <a:rPr lang="en-US" dirty="0"/>
              <a:t>, </a:t>
            </a:r>
            <a:r>
              <a:rPr lang="ru-RU" dirty="0"/>
              <a:t>Своровской Кирилл</a:t>
            </a:r>
          </a:p>
          <a:p>
            <a:pPr>
              <a:lnSpc>
                <a:spcPct val="150000"/>
              </a:lnSpc>
            </a:pPr>
            <a:r>
              <a:rPr lang="en-US" dirty="0"/>
              <a:t>Frontend: </a:t>
            </a:r>
            <a:r>
              <a:rPr lang="ru-RU" dirty="0"/>
              <a:t>Борисов Максим</a:t>
            </a:r>
            <a:r>
              <a:rPr lang="en-US" dirty="0"/>
              <a:t>, </a:t>
            </a:r>
            <a:r>
              <a:rPr lang="ru-RU" dirty="0" err="1"/>
              <a:t>Чунтомов</a:t>
            </a:r>
            <a:r>
              <a:rPr lang="ru-RU" dirty="0"/>
              <a:t> Данил</a:t>
            </a:r>
          </a:p>
          <a:p>
            <a:pPr>
              <a:lnSpc>
                <a:spcPct val="150000"/>
              </a:lnSpc>
            </a:pPr>
            <a:r>
              <a:rPr lang="en-US" dirty="0"/>
              <a:t>QA: </a:t>
            </a:r>
            <a:r>
              <a:rPr lang="ru-RU" dirty="0"/>
              <a:t>Дмитриев Евгений</a:t>
            </a:r>
          </a:p>
        </p:txBody>
      </p:sp>
    </p:spTree>
    <p:extLst>
      <p:ext uri="{BB962C8B-B14F-4D97-AF65-F5344CB8AC3E}">
        <p14:creationId xmlns:p14="http://schemas.microsoft.com/office/powerpoint/2010/main" val="3624092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Самые популярные языки программирования 2018 в мире | DENISOV">
            <a:extLst>
              <a:ext uri="{FF2B5EF4-FFF2-40B4-BE49-F238E27FC236}">
                <a16:creationId xmlns:a16="http://schemas.microsoft.com/office/drawing/2014/main" id="{8429CDE2-E2B7-1F0D-A8AC-E875ACB19B31}"/>
              </a:ext>
            </a:extLst>
          </p:cNvPr>
          <p:cNvPicPr>
            <a:picLocks noGrp="1" noChangeAspect="1" noChangeArrowheads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37" y="1166018"/>
            <a:ext cx="452596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20A5CF-D0BC-4AD7-F26C-E20BBAD08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228600"/>
            <a:ext cx="7352665" cy="553998"/>
          </a:xfrm>
        </p:spPr>
        <p:txBody>
          <a:bodyPr/>
          <a:lstStyle/>
          <a:p>
            <a:pPr algn="ctr"/>
            <a:r>
              <a:rPr lang="ru-RU" dirty="0"/>
              <a:t>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913642-AF34-DB80-4E8E-89813BA37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083450"/>
            <a:ext cx="7162800" cy="41751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Умный трекер привычек с искусственным интеллектом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тезисы проекта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 и анализ через персонализированные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советы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локальный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без облачных сервисов и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</a:t>
            </a: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ежедневная сводка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связь с погодой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900">
              <a:lnSpc>
                <a:spcPct val="120000"/>
              </a:lnSpc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городская статистика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стек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.NET 10,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Core Web API, Entity Framework Core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900"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NET Core Identity + JWT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Zustand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SCSS,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QA: Postman + Newman, JS, Playwright, k6, Python, Flask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15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 descr="Самые популярные языки программирования 2018 в мире | DENISOV">
            <a:extLst>
              <a:ext uri="{FF2B5EF4-FFF2-40B4-BE49-F238E27FC236}">
                <a16:creationId xmlns:a16="http://schemas.microsoft.com/office/drawing/2014/main" id="{A6A2736B-358C-5F29-E5C3-943452CF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880" y="1186037"/>
            <a:ext cx="1957085" cy="195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C8F2D-4C9C-3A9D-B0C7-6EF0F5E4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194889"/>
            <a:ext cx="7352665" cy="553998"/>
          </a:xfrm>
        </p:spPr>
        <p:txBody>
          <a:bodyPr/>
          <a:lstStyle/>
          <a:p>
            <a:pPr algn="ctr"/>
            <a:r>
              <a:rPr lang="ru-RU" dirty="0"/>
              <a:t>Командная работа и процессы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DD41B-B1CC-C8F5-ADC3-872CA2FC9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371600"/>
            <a:ext cx="5303520" cy="11805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из пяти человек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feature-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код-ревью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&gt;130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юнит-тестов</a:t>
            </a:r>
          </a:p>
        </p:txBody>
      </p:sp>
      <p:pic>
        <p:nvPicPr>
          <p:cNvPr id="2050" name="Picture 2" descr="Github – Бесплатные иконки: социальные медиа">
            <a:extLst>
              <a:ext uri="{FF2B5EF4-FFF2-40B4-BE49-F238E27FC236}">
                <a16:creationId xmlns:a16="http://schemas.microsoft.com/office/drawing/2014/main" id="{F2AFF10B-7FDB-36CF-A630-567CA68B75AF}"/>
              </a:ext>
            </a:extLst>
          </p:cNvPr>
          <p:cNvPicPr>
            <a:picLocks noGrp="1" noChangeAspect="1" noChangeArrowheads="1"/>
          </p:cNvPicPr>
          <p:nvPr>
            <p:ph sz="half" idx="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580" y="2609850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Докер – Бесплатные иконки: бренды и логотипы">
            <a:extLst>
              <a:ext uri="{FF2B5EF4-FFF2-40B4-BE49-F238E27FC236}">
                <a16:creationId xmlns:a16="http://schemas.microsoft.com/office/drawing/2014/main" id="{2F0EE435-D948-A5AE-A209-4EC3E2DF8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650" y="2609850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ostman | Postman API Network">
            <a:extLst>
              <a:ext uri="{FF2B5EF4-FFF2-40B4-BE49-F238E27FC236}">
                <a16:creationId xmlns:a16="http://schemas.microsoft.com/office/drawing/2014/main" id="{E93147FF-15C8-5D72-E32F-26B1B2181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730" y="4545456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ass - Free logo icons">
            <a:extLst>
              <a:ext uri="{FF2B5EF4-FFF2-40B4-BE49-F238E27FC236}">
                <a16:creationId xmlns:a16="http://schemas.microsoft.com/office/drawing/2014/main" id="{C3E2AA48-E75D-0305-027D-6A99BF779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815" y="4545456"/>
            <a:ext cx="16383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33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0462" y="59281"/>
            <a:ext cx="225107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8082" y="704850"/>
            <a:ext cx="3735834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Авторизация,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sz="2400" spc="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егист</a:t>
            </a:r>
            <a:r>
              <a:rPr lang="ru-RU" sz="2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sz="2400" spc="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ация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1714500"/>
            <a:ext cx="2009775" cy="43338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2100" y="1714500"/>
            <a:ext cx="2009775" cy="4486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1714500"/>
            <a:ext cx="2009775" cy="43338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27137" y="1326832"/>
            <a:ext cx="834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Calibri"/>
                <a:cs typeface="Calibri"/>
              </a:rPr>
              <a:t>светлая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6264" y="1326832"/>
            <a:ext cx="758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тёмная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91350" y="1676400"/>
            <a:ext cx="2009775" cy="44767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581900" y="1326832"/>
            <a:ext cx="834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Calibri"/>
                <a:cs typeface="Calibri"/>
              </a:rPr>
              <a:t>светлая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36404" y="1371028"/>
            <a:ext cx="7588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тёмная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950" y="950608"/>
            <a:ext cx="2505075" cy="52863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6223" y="950608"/>
            <a:ext cx="2486025" cy="52863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7483DA13-3864-22E7-D00E-B274DAE4249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9919" y="950608"/>
            <a:ext cx="2581275" cy="5284482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B9A57E4F-6E06-BF6A-588C-2EDB8605A79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80446" y="950608"/>
            <a:ext cx="2581275" cy="5284482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181B111-0711-5B7B-F5F7-AACF69DF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233" y="152400"/>
            <a:ext cx="8705533" cy="553998"/>
          </a:xfrm>
        </p:spPr>
        <p:txBody>
          <a:bodyPr/>
          <a:lstStyle/>
          <a:p>
            <a:pPr algn="ctr"/>
            <a:r>
              <a:rPr lang="ru-RU" dirty="0"/>
              <a:t>Добавление привычки и главная страница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97579">
              <a:lnSpc>
                <a:spcPct val="100000"/>
              </a:lnSpc>
              <a:spcBef>
                <a:spcPts val="105"/>
              </a:spcBef>
            </a:pPr>
            <a:r>
              <a:rPr spc="120" dirty="0"/>
              <a:t>User</a:t>
            </a:r>
            <a:r>
              <a:rPr spc="-70" dirty="0"/>
              <a:t> </a:t>
            </a:r>
            <a:r>
              <a:rPr spc="75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7225"/>
            <a:ext cx="12191999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46475-5128-F04C-813B-E7F94C60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547" y="228600"/>
            <a:ext cx="7352665" cy="55399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204C15-C6B3-2E4A-3843-0C149B57A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1" y="1219200"/>
            <a:ext cx="5303520" cy="27594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Docker-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контейнерах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 .NET Core Web API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(LLM)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Вся инфраструктура в одном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Docker-compose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переменных окружения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работа без внешних сервисов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E09D0B-E984-8BB6-FA8B-1CEFE989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80" y="1295400"/>
            <a:ext cx="5303520" cy="124335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DE1F72E-7117-CE98-6E6B-135279AC3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2538756"/>
            <a:ext cx="5303520" cy="376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2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BA4A4-6EE1-D9B6-9CFC-AE242BAF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148590"/>
            <a:ext cx="7352665" cy="55399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фичи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A7897A-F1E1-E300-C884-ADC7A6FDD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066800"/>
            <a:ext cx="10972800" cy="41052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Безопасная аутентификация и авторизация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токены с подтверждением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MailHog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Хеширование паролей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защита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 force (Rate Limiter)</a:t>
            </a: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Куки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HttpOnly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SameSite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Strict</a:t>
            </a:r>
          </a:p>
          <a:p>
            <a:pPr marL="0" lvl="1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погодным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API:</a:t>
            </a: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Реальные данные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lvl="1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Кэширование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отказоустойчивости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LLM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Vikhr‑Llama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требует облака и VPN</a:t>
            </a:r>
          </a:p>
          <a:p>
            <a:pPr marL="342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мотивационных советов и ежедневной аналитики</a:t>
            </a:r>
          </a:p>
          <a:p>
            <a:pPr marL="342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Fallback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‑сообщения и таймауты для стабильной работы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03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731D0-0076-A6FE-6345-2C800929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381000"/>
            <a:ext cx="7352665" cy="55399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1B209D-C284-C75C-33A6-CE82080B2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0" y="1219200"/>
            <a:ext cx="3733800" cy="18453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на всех уровнях</a:t>
            </a:r>
          </a:p>
          <a:p>
            <a:pPr marL="342000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Playwright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безопасности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indent="-21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Нагрузочное тестирование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текст, снимок экрана, программное обеспечение, Мультимедийное программное обеспечение">
            <a:extLst>
              <a:ext uri="{FF2B5EF4-FFF2-40B4-BE49-F238E27FC236}">
                <a16:creationId xmlns:a16="http://schemas.microsoft.com/office/drawing/2014/main" id="{2733B82C-DE5E-B952-5F2B-73F95D07DC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295400"/>
            <a:ext cx="6096000" cy="477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7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3417E-D24B-A7DD-A77D-77DD0EBE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767" y="381000"/>
            <a:ext cx="7352665" cy="55399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48C2F5-3FDC-056A-07B9-5FC76A3A2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799" y="1676400"/>
            <a:ext cx="10896600" cy="2252989"/>
          </a:xfrm>
        </p:spPr>
        <p:txBody>
          <a:bodyPr/>
          <a:lstStyle/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Полноценный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REST-API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19 рабочими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эндпоинтами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ИИ-ассистент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работающая полностью автономно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Отказоустойчивость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Limiting, Polly Retry,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кеширование погоды 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Redis.</a:t>
            </a:r>
          </a:p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система привычек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двух типов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80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работа с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SMTP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MailHog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JWT.</a:t>
            </a:r>
          </a:p>
        </p:txBody>
      </p:sp>
    </p:spTree>
    <p:extLst>
      <p:ext uri="{BB962C8B-B14F-4D97-AF65-F5344CB8AC3E}">
        <p14:creationId xmlns:p14="http://schemas.microsoft.com/office/powerpoint/2010/main" val="4225582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60D81-A0A6-1A71-3C10-C7C42F46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667" y="609600"/>
            <a:ext cx="7352665" cy="553998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8724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349</Words>
  <Application>Microsoft Office PowerPoint</Application>
  <PresentationFormat>Широкоэкранный</PresentationFormat>
  <Paragraphs>64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AI-Powered Habit Tracker</vt:lpstr>
      <vt:lpstr>О ПРОЕКТЕ</vt:lpstr>
      <vt:lpstr>Командная работа и процессы</vt:lpstr>
      <vt:lpstr>Страницы</vt:lpstr>
      <vt:lpstr>Добавление привычки и главная страница</vt:lpstr>
      <vt:lpstr>User Flow</vt:lpstr>
      <vt:lpstr>DOCKER</vt:lpstr>
      <vt:lpstr>Ключевые фичи backend</vt:lpstr>
      <vt:lpstr>Автоматическое тестирование</vt:lpstr>
      <vt:lpstr>Результаты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Evgeniy Dmitriev</cp:lastModifiedBy>
  <cp:revision>4</cp:revision>
  <dcterms:created xsi:type="dcterms:W3CDTF">2026-05-18T18:06:35Z</dcterms:created>
  <dcterms:modified xsi:type="dcterms:W3CDTF">2026-05-19T16:07:07Z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2026-04-23T00:00:00Z</vt:filetime>
  </property>
  <property fmtid="{D5CDD505-2E9C-101B-9397-08002B2CF9AE}" pid="3" name="LastSaved">
    <vt:filetime>2026-05-18T00:00:00Z</vt:filetime>
  </property>
  <property fmtid="{D5CDD505-2E9C-101B-9397-08002B2CF9AE}" pid="4" name="Producer">
    <vt:lpwstr>3-Heights(TM) PDF Security Shell 4.8.25.2 (http://www.pdf-tools.com)</vt:lpwstr>
  </property>
</Properties>
</file>